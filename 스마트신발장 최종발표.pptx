
<file path=[Content_Types].xml><?xml version="1.0" encoding="utf-8"?>
<Types xmlns="http://schemas.openxmlformats.org/package/2006/content-types">
  <Default Extension="emf" ContentType="image/x-emf"/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notesMasterIdLst>
    <p:notesMasterId r:id="rId6"/>
  </p:notesMasterIdLst>
  <p:sldIdLst>
    <p:sldId id="256" r:id="rId2"/>
    <p:sldId id="263" r:id="rId3"/>
    <p:sldId id="268" r:id="rId4"/>
    <p:sldId id="259" r:id="rId5"/>
  </p:sldIdLst>
  <p:sldSz cx="9144000" cy="6858000" type="screen4x3"/>
  <p:notesSz cx="6858000" cy="9144000"/>
  <p:embeddedFontLst>
    <p:embeddedFont>
      <p:font typeface="맑은 고딕" panose="020B0503020000020004" pitchFamily="50" charset="-127"/>
      <p:regular r:id="rId7"/>
      <p:bold r:id="rId8"/>
    </p:embeddedFont>
  </p:embeddedFontLst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3C2FFA5D-87B4-456A-9821-1D502468CF0F}" styleName="테마 스타일 1 - 강조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69C7853C-536D-4A76-A0AE-DD22124D55A5}" styleName="테마 스타일 1 - 강조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howGuides="1">
      <p:cViewPr varScale="1">
        <p:scale>
          <a:sx n="50" d="100"/>
          <a:sy n="50" d="100"/>
        </p:scale>
        <p:origin x="1411" y="53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2.fntdata"/><Relationship Id="rId3" Type="http://schemas.openxmlformats.org/officeDocument/2006/relationships/slide" Target="slides/slide2.xml"/><Relationship Id="rId7" Type="http://schemas.openxmlformats.org/officeDocument/2006/relationships/font" Target="fonts/font1.fntdata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4CBA31B-4185-45D3-A6F5-B15A23CEBE4A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9B5CA06-2E10-4EDC-BD12-D54E1E1F2EB6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33634187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6EE43F-D3ED-4563-9A3F-BCDACFA410E8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3C554FD-CF73-4BAA-B8D4-1C4434EC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2491393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628650" y="365126"/>
            <a:ext cx="78867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628650" y="1825625"/>
            <a:ext cx="78867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편집합니다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6286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46EE43F-D3ED-4563-9A3F-BCDACFA410E8}" type="datetimeFigureOut">
              <a:rPr lang="ko-KR" altLang="en-US" smtClean="0"/>
              <a:t>2021-03-04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3028950" y="6356351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6457950" y="6356351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C554FD-CF73-4BAA-B8D4-1C4434ECC9C7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864358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4" r:id="rId1"/>
  </p:sldLayoutIdLst>
  <p:txStyles>
    <p:titleStyle>
      <a:lvl1pPr algn="l" defTabSz="685800" rtl="0" eaLnBrk="1" latinLnBrk="1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1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1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1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jpe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 rotWithShape="1">
          <a:blip r:embed="rId2"/>
          <a:srcRect t="-4674" b="4674"/>
          <a:stretch/>
        </p:blipFill>
        <p:spPr>
          <a:xfrm>
            <a:off x="0" y="-320512"/>
            <a:ext cx="9144000" cy="71785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7016" y="735038"/>
            <a:ext cx="5129967" cy="4927086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733800" y="2706086"/>
            <a:ext cx="1674325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3200" spc="-3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210 하얀바람 R" panose="02020603020101020101" pitchFamily="18" charset="-127"/>
                <a:ea typeface="210 하얀바람 R" panose="02020603020101020101" pitchFamily="18" charset="-127"/>
              </a:rPr>
              <a:t>대동단결</a:t>
            </a:r>
          </a:p>
        </p:txBody>
      </p:sp>
      <p:cxnSp>
        <p:nvCxnSpPr>
          <p:cNvPr id="6" name="직선 연결선 5"/>
          <p:cNvCxnSpPr/>
          <p:nvPr/>
        </p:nvCxnSpPr>
        <p:spPr>
          <a:xfrm>
            <a:off x="3454400" y="3892264"/>
            <a:ext cx="2292350" cy="0"/>
          </a:xfrm>
          <a:prstGeom prst="line">
            <a:avLst/>
          </a:prstGeom>
          <a:ln w="3810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8">
            <a:extLst>
              <a:ext uri="{FF2B5EF4-FFF2-40B4-BE49-F238E27FC236}">
                <a16:creationId xmlns:a16="http://schemas.microsoft.com/office/drawing/2014/main" id="{0610601F-75D6-48C3-94CF-D2D1360F7381}"/>
              </a:ext>
            </a:extLst>
          </p:cNvPr>
          <p:cNvSpPr txBox="1"/>
          <p:nvPr/>
        </p:nvSpPr>
        <p:spPr>
          <a:xfrm>
            <a:off x="3733800" y="4041831"/>
            <a:ext cx="167432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ko-KR" sz="2000" spc="-30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210 하얀바람 R" panose="02020603020101020101" pitchFamily="18" charset="-127"/>
                <a:ea typeface="210 하얀바람 R" panose="02020603020101020101" pitchFamily="18" charset="-127"/>
              </a:rPr>
              <a:t>SMART </a:t>
            </a:r>
            <a:r>
              <a:rPr lang="ko-KR" altLang="en-US" sz="2000" spc="-300" dirty="0">
                <a:ln>
                  <a:solidFill>
                    <a:schemeClr val="accent1">
                      <a:shade val="50000"/>
                      <a:alpha val="0"/>
                    </a:schemeClr>
                  </a:solidFill>
                </a:ln>
                <a:solidFill>
                  <a:schemeClr val="bg1"/>
                </a:solidFill>
                <a:latin typeface="210 하얀바람 R" panose="02020603020101020101" pitchFamily="18" charset="-127"/>
                <a:ea typeface="210 하얀바람 R" panose="02020603020101020101" pitchFamily="18" charset="-127"/>
              </a:rPr>
              <a:t>신발장</a:t>
            </a:r>
          </a:p>
        </p:txBody>
      </p:sp>
    </p:spTree>
    <p:extLst>
      <p:ext uri="{BB962C8B-B14F-4D97-AF65-F5344CB8AC3E}">
        <p14:creationId xmlns:p14="http://schemas.microsoft.com/office/powerpoint/2010/main" val="18687016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0B71D0-1E9A-4550-B034-52D58DFCD589}"/>
              </a:ext>
            </a:extLst>
          </p:cNvPr>
          <p:cNvPicPr/>
          <p:nvPr/>
        </p:nvPicPr>
        <p:blipFill rotWithShape="1">
          <a:blip r:embed="rId2"/>
          <a:srcRect b="446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DF951CB-95A3-474F-80FA-6CA39D7A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43350" cy="1094737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1. </a:t>
            </a:r>
            <a:r>
              <a:rPr lang="ko-KR" altLang="en-US" dirty="0" err="1">
                <a:solidFill>
                  <a:schemeClr val="bg1"/>
                </a:solidFill>
              </a:rPr>
              <a:t>캡스톤</a:t>
            </a:r>
            <a:r>
              <a:rPr lang="ko-KR" altLang="en-US" dirty="0">
                <a:solidFill>
                  <a:schemeClr val="bg1"/>
                </a:solidFill>
              </a:rPr>
              <a:t> 디자인</a:t>
            </a:r>
            <a:r>
              <a:rPr lang="en-US" altLang="ko-KR" dirty="0">
                <a:solidFill>
                  <a:schemeClr val="bg1"/>
                </a:solidFill>
              </a:rPr>
              <a:t>	 </a:t>
            </a:r>
            <a:endParaRPr lang="ko-KR" altLang="en-US" dirty="0">
              <a:solidFill>
                <a:schemeClr val="bg1"/>
              </a:solidFill>
            </a:endParaRP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3C5C78E-C91A-4575-AB6E-13180CB407D2}"/>
              </a:ext>
            </a:extLst>
          </p:cNvPr>
          <p:cNvSpPr txBox="1">
            <a:spLocks/>
          </p:cNvSpPr>
          <p:nvPr/>
        </p:nvSpPr>
        <p:spPr>
          <a:xfrm>
            <a:off x="382656" y="874312"/>
            <a:ext cx="3178037" cy="62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</a:rPr>
              <a:t>스마트 신발장</a:t>
            </a:r>
          </a:p>
        </p:txBody>
      </p:sp>
      <p:pic>
        <p:nvPicPr>
          <p:cNvPr id="5" name="그림 4" descr="전자기기, 회로, 건물, 표지판이(가) 표시된 사진&#10;&#10;자동 생성된 설명">
            <a:extLst>
              <a:ext uri="{FF2B5EF4-FFF2-40B4-BE49-F238E27FC236}">
                <a16:creationId xmlns:a16="http://schemas.microsoft.com/office/drawing/2014/main" id="{F861E867-CEEE-4FA9-B7C1-918F145C76A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40508" y="1959518"/>
            <a:ext cx="2671995" cy="1874577"/>
          </a:xfrm>
          <a:prstGeom prst="rect">
            <a:avLst/>
          </a:prstGeom>
        </p:spPr>
      </p:pic>
      <p:sp>
        <p:nvSpPr>
          <p:cNvPr id="8" name="십자형 7">
            <a:extLst>
              <a:ext uri="{FF2B5EF4-FFF2-40B4-BE49-F238E27FC236}">
                <a16:creationId xmlns:a16="http://schemas.microsoft.com/office/drawing/2014/main" id="{DDC368D8-9511-409F-9C37-A0F015DE91F7}"/>
              </a:ext>
            </a:extLst>
          </p:cNvPr>
          <p:cNvSpPr/>
          <p:nvPr/>
        </p:nvSpPr>
        <p:spPr>
          <a:xfrm>
            <a:off x="1858454" y="3979751"/>
            <a:ext cx="375698" cy="338480"/>
          </a:xfrm>
          <a:prstGeom prst="plus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9" name="오른쪽 화살표 12">
            <a:extLst>
              <a:ext uri="{FF2B5EF4-FFF2-40B4-BE49-F238E27FC236}">
                <a16:creationId xmlns:a16="http://schemas.microsoft.com/office/drawing/2014/main" id="{DC84F172-2520-48C4-A9FC-DE614EE1E291}"/>
              </a:ext>
            </a:extLst>
          </p:cNvPr>
          <p:cNvSpPr/>
          <p:nvPr/>
        </p:nvSpPr>
        <p:spPr>
          <a:xfrm>
            <a:off x="3861569" y="2714344"/>
            <a:ext cx="382440" cy="592817"/>
          </a:xfrm>
          <a:prstGeom prst="rightArrow">
            <a:avLst/>
          </a:prstGeom>
          <a:solidFill>
            <a:schemeClr val="tx2">
              <a:lumMod val="20000"/>
              <a:lumOff val="8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1CB4008-7AD9-42FA-B600-2CCF1F8EF1BD}"/>
              </a:ext>
            </a:extLst>
          </p:cNvPr>
          <p:cNvSpPr txBox="1">
            <a:spLocks/>
          </p:cNvSpPr>
          <p:nvPr/>
        </p:nvSpPr>
        <p:spPr>
          <a:xfrm>
            <a:off x="2924567" y="3979751"/>
            <a:ext cx="6227311" cy="1874577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2500" lnSpcReduction="20000"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전 학기에 스마트 신발장 기능은</a:t>
            </a:r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온</a:t>
            </a:r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/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습도 센서 사용 습도 감지 후 </a:t>
            </a:r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Fan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모터를 동작</a:t>
            </a:r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.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 어플로 가스수치 확인</a:t>
            </a:r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,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어플로 </a:t>
            </a:r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servo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모터를 동작 후</a:t>
            </a:r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 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방향제 살포</a:t>
            </a:r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. </a:t>
            </a:r>
            <a:r>
              <a:rPr lang="ko-KR" altLang="en-US" sz="2000" dirty="0">
                <a:solidFill>
                  <a:schemeClr val="bg1"/>
                </a:solidFill>
                <a:latin typeface="+mj-ea"/>
              </a:rPr>
              <a:t>신발장 내부에 스위치 설치를 해서 </a:t>
            </a:r>
            <a:endParaRPr lang="en-US" altLang="ko-KR" sz="20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000" dirty="0">
                <a:solidFill>
                  <a:schemeClr val="bg1"/>
                </a:solidFill>
                <a:latin typeface="+mj-ea"/>
              </a:rPr>
              <a:t>  UV LED On / UV LED Off</a:t>
            </a:r>
            <a:endParaRPr lang="ko-KR" altLang="en-US" sz="20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17" name="그림 16">
            <a:extLst>
              <a:ext uri="{FF2B5EF4-FFF2-40B4-BE49-F238E27FC236}">
                <a16:creationId xmlns:a16="http://schemas.microsoft.com/office/drawing/2014/main" id="{0804EFBB-BC1E-42DF-97C6-EC965AD27805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52077" y="4482116"/>
            <a:ext cx="1648856" cy="2135661"/>
          </a:xfrm>
          <a:prstGeom prst="rect">
            <a:avLst/>
          </a:prstGeom>
        </p:spPr>
      </p:pic>
      <p:pic>
        <p:nvPicPr>
          <p:cNvPr id="11" name="그림 10" descr="실내, 창문, 테이블, 생활이(가) 표시된 사진&#10;&#10;자동 생성된 설명">
            <a:extLst>
              <a:ext uri="{FF2B5EF4-FFF2-40B4-BE49-F238E27FC236}">
                <a16:creationId xmlns:a16="http://schemas.microsoft.com/office/drawing/2014/main" id="{3A2B3564-8926-4329-BA7F-969178A0373C}"/>
              </a:ext>
            </a:extLst>
          </p:cNvPr>
          <p:cNvPicPr>
            <a:picLocks noChangeAspect="1"/>
          </p:cNvPicPr>
          <p:nvPr/>
        </p:nvPicPr>
        <p:blipFill rotWithShape="1"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3" r="5907" b="27581"/>
          <a:stretch/>
        </p:blipFill>
        <p:spPr>
          <a:xfrm>
            <a:off x="5458769" y="1859857"/>
            <a:ext cx="2092101" cy="207389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6851711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그림 2">
            <a:extLst>
              <a:ext uri="{FF2B5EF4-FFF2-40B4-BE49-F238E27FC236}">
                <a16:creationId xmlns:a16="http://schemas.microsoft.com/office/drawing/2014/main" id="{200B71D0-1E9A-4550-B034-52D58DFCD589}"/>
              </a:ext>
            </a:extLst>
          </p:cNvPr>
          <p:cNvPicPr/>
          <p:nvPr/>
        </p:nvPicPr>
        <p:blipFill rotWithShape="1">
          <a:blip r:embed="rId2"/>
          <a:srcRect b="4467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  <p:sp>
        <p:nvSpPr>
          <p:cNvPr id="2" name="제목 1">
            <a:extLst>
              <a:ext uri="{FF2B5EF4-FFF2-40B4-BE49-F238E27FC236}">
                <a16:creationId xmlns:a16="http://schemas.microsoft.com/office/drawing/2014/main" id="{BDF951CB-95A3-474F-80FA-6CA39D7A68A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3943350" cy="1094737"/>
          </a:xfrm>
        </p:spPr>
        <p:txBody>
          <a:bodyPr/>
          <a:lstStyle/>
          <a:p>
            <a:r>
              <a:rPr lang="en-US" altLang="ko-KR" dirty="0">
                <a:solidFill>
                  <a:schemeClr val="bg1"/>
                </a:solidFill>
              </a:rPr>
              <a:t>2. </a:t>
            </a:r>
            <a:r>
              <a:rPr lang="ko-KR" altLang="en-US" dirty="0">
                <a:solidFill>
                  <a:schemeClr val="bg1"/>
                </a:solidFill>
              </a:rPr>
              <a:t>수정 </a:t>
            </a:r>
          </a:p>
        </p:txBody>
      </p:sp>
      <p:sp>
        <p:nvSpPr>
          <p:cNvPr id="4" name="제목 1">
            <a:extLst>
              <a:ext uri="{FF2B5EF4-FFF2-40B4-BE49-F238E27FC236}">
                <a16:creationId xmlns:a16="http://schemas.microsoft.com/office/drawing/2014/main" id="{C3C5C78E-C91A-4575-AB6E-13180CB407D2}"/>
              </a:ext>
            </a:extLst>
          </p:cNvPr>
          <p:cNvSpPr txBox="1">
            <a:spLocks/>
          </p:cNvSpPr>
          <p:nvPr/>
        </p:nvSpPr>
        <p:spPr>
          <a:xfrm>
            <a:off x="382656" y="887127"/>
            <a:ext cx="3178037" cy="629824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457200" indent="-457200">
              <a:buFont typeface="Arial" panose="020B0604020202020204" pitchFamily="34" charset="0"/>
              <a:buChar char="•"/>
            </a:pPr>
            <a:r>
              <a:rPr lang="ko-KR" altLang="en-US" sz="2000" dirty="0">
                <a:solidFill>
                  <a:schemeClr val="bg1"/>
                </a:solidFill>
              </a:rPr>
              <a:t>스마트 신발장</a:t>
            </a:r>
          </a:p>
        </p:txBody>
      </p:sp>
      <p:sp>
        <p:nvSpPr>
          <p:cNvPr id="13" name="제목 1">
            <a:extLst>
              <a:ext uri="{FF2B5EF4-FFF2-40B4-BE49-F238E27FC236}">
                <a16:creationId xmlns:a16="http://schemas.microsoft.com/office/drawing/2014/main" id="{61CB4008-7AD9-42FA-B600-2CCF1F8EF1BD}"/>
              </a:ext>
            </a:extLst>
          </p:cNvPr>
          <p:cNvSpPr txBox="1">
            <a:spLocks/>
          </p:cNvSpPr>
          <p:nvPr/>
        </p:nvSpPr>
        <p:spPr>
          <a:xfrm>
            <a:off x="3986080" y="1471504"/>
            <a:ext cx="5157920" cy="391499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685800" rtl="0" eaLnBrk="1" latinLnBrk="1" hangingPunct="1">
              <a:lnSpc>
                <a:spcPct val="90000"/>
              </a:lnSpc>
              <a:spcBef>
                <a:spcPct val="0"/>
              </a:spcBef>
              <a:buNone/>
              <a:defRPr sz="33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1.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자외선</a:t>
            </a:r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led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크기변경</a:t>
            </a:r>
            <a:endParaRPr lang="en-US" altLang="ko-KR" sz="2400" dirty="0">
              <a:solidFill>
                <a:schemeClr val="bg1"/>
              </a:solidFill>
              <a:latin typeface="+mj-ea"/>
            </a:endParaRPr>
          </a:p>
          <a:p>
            <a:endParaRPr lang="ko-KR" altLang="en-US" sz="24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2.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습도수치에따라 팬 쿨러 세기 변경</a:t>
            </a:r>
            <a:endParaRPr lang="en-US" altLang="ko-KR" sz="2400" dirty="0">
              <a:solidFill>
                <a:schemeClr val="bg1"/>
              </a:solidFill>
              <a:latin typeface="+mj-ea"/>
            </a:endParaRPr>
          </a:p>
          <a:p>
            <a:endParaRPr lang="ko-KR" altLang="en-US" sz="24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3.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신발장 자동문 변경</a:t>
            </a:r>
            <a:endParaRPr lang="en-US" altLang="ko-KR" sz="2400" dirty="0">
              <a:solidFill>
                <a:schemeClr val="bg1"/>
              </a:solidFill>
              <a:latin typeface="+mj-ea"/>
            </a:endParaRPr>
          </a:p>
          <a:p>
            <a:endParaRPr lang="ko-KR" altLang="en-US" sz="24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4.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스마트신발장외부에 </a:t>
            </a:r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lcd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부착</a:t>
            </a:r>
            <a:endParaRPr lang="en-US" altLang="ko-KR" sz="2400" dirty="0">
              <a:solidFill>
                <a:schemeClr val="bg1"/>
              </a:solidFill>
              <a:latin typeface="+mj-ea"/>
            </a:endParaRPr>
          </a:p>
          <a:p>
            <a:endParaRPr lang="ko-KR" altLang="en-US" sz="2400" dirty="0">
              <a:solidFill>
                <a:schemeClr val="bg1"/>
              </a:solidFill>
              <a:latin typeface="+mj-ea"/>
            </a:endParaRPr>
          </a:p>
          <a:p>
            <a:r>
              <a:rPr lang="en-US" altLang="ko-KR" sz="2400" dirty="0">
                <a:solidFill>
                  <a:schemeClr val="bg1"/>
                </a:solidFill>
                <a:latin typeface="+mj-ea"/>
              </a:rPr>
              <a:t>5.</a:t>
            </a:r>
            <a:r>
              <a:rPr lang="ko-KR" altLang="en-US" sz="2400" dirty="0">
                <a:solidFill>
                  <a:schemeClr val="bg1"/>
                </a:solidFill>
                <a:latin typeface="+mj-ea"/>
              </a:rPr>
              <a:t>신발장 내부 선 부품 정리</a:t>
            </a:r>
            <a:endParaRPr lang="en-US" altLang="ko-KR" sz="2400" dirty="0">
              <a:solidFill>
                <a:schemeClr val="bg1"/>
              </a:solidFill>
              <a:latin typeface="+mj-ea"/>
            </a:endParaRPr>
          </a:p>
        </p:txBody>
      </p:sp>
      <p:pic>
        <p:nvPicPr>
          <p:cNvPr id="9" name="그림 8" descr="실내, 창문, 테이블, 생활이(가) 표시된 사진&#10;&#10;자동 생성된 설명">
            <a:extLst>
              <a:ext uri="{FF2B5EF4-FFF2-40B4-BE49-F238E27FC236}">
                <a16:creationId xmlns:a16="http://schemas.microsoft.com/office/drawing/2014/main" id="{186A4F34-3C77-486D-A542-67359270FA0F}"/>
              </a:ext>
            </a:extLst>
          </p:cNvPr>
          <p:cNvPicPr>
            <a:picLocks noChangeAspect="1"/>
          </p:cNvPicPr>
          <p:nvPr/>
        </p:nvPicPr>
        <p:blipFill rotWithShape="1"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3163" r="5907" b="27581"/>
          <a:stretch/>
        </p:blipFill>
        <p:spPr>
          <a:xfrm>
            <a:off x="425387" y="1793350"/>
            <a:ext cx="3519486" cy="391499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7318016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noFill/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 hidden="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ko-KR" altLang="en-US"/>
          </a:p>
        </p:txBody>
      </p:sp>
      <p:pic>
        <p:nvPicPr>
          <p:cNvPr id="3" name="그림 2"/>
          <p:cNvPicPr/>
          <p:nvPr/>
        </p:nvPicPr>
        <p:blipFill rotWithShape="1">
          <a:blip r:embed="rId2"/>
          <a:srcRect b="4605"/>
          <a:stretch/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230399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392</TotalTime>
  <Words>89</Words>
  <Application>Microsoft Office PowerPoint</Application>
  <PresentationFormat>화면 슬라이드 쇼(4:3)</PresentationFormat>
  <Paragraphs>23</Paragraphs>
  <Slides>4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4</vt:i4>
      </vt:variant>
    </vt:vector>
  </HeadingPairs>
  <TitlesOfParts>
    <vt:vector size="8" baseType="lpstr">
      <vt:lpstr>맑은 고딕</vt:lpstr>
      <vt:lpstr>Arial</vt:lpstr>
      <vt:lpstr>210 하얀바람 R</vt:lpstr>
      <vt:lpstr>Office 테마</vt:lpstr>
      <vt:lpstr>PowerPoint 프레젠테이션</vt:lpstr>
      <vt:lpstr>1. 캡스톤 디자인  </vt:lpstr>
      <vt:lpstr>2. 수정 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이호석</dc:creator>
  <cp:lastModifiedBy>이 호석</cp:lastModifiedBy>
  <cp:revision>31</cp:revision>
  <dcterms:created xsi:type="dcterms:W3CDTF">2020-11-30T07:57:46Z</dcterms:created>
  <dcterms:modified xsi:type="dcterms:W3CDTF">2021-03-04T07:15:28Z</dcterms:modified>
</cp:coreProperties>
</file>